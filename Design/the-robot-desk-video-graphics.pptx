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2703C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1583234"/>
            <a:ext cx="111061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210" kern="0" dirty="0">
                <a:solidFill>
                  <a:srgbClr val="F270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VIDEO #001 · REVIEW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7750" y="2107109"/>
            <a:ext cx="9320213" cy="255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300" b="1" spc="-189" kern="0" dirty="0">
                <a:solidFill>
                  <a:srgbClr val="F0F0E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$499/month home robot: what they don't tell you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1047750" y="4874716"/>
            <a:ext cx="111061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96989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 read the spec sheets, the demos, and the fine print.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047750" y="6124575"/>
            <a:ext cx="180605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36" kern="0" dirty="0">
                <a:solidFill>
                  <a:srgbClr val="F2703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</a:t>
            </a:r>
            <a:pPr algn="l" indent="0" marL="0">
              <a:buNone/>
            </a:pPr>
            <a:r>
              <a:rPr lang="en-US" sz="1800" b="1" spc="-36" kern="0" dirty="0">
                <a:solidFill>
                  <a:srgbClr val="F0F0E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Robot Desk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2703C"/>
          </a:solidFill>
          <a:ln/>
        </p:spPr>
      </p:sp>
      <p:sp>
        <p:nvSpPr>
          <p:cNvPr id="3" name="Text 1"/>
          <p:cNvSpPr/>
          <p:nvPr/>
        </p:nvSpPr>
        <p:spPr>
          <a:xfrm>
            <a:off x="333375" y="704850"/>
            <a:ext cx="115252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450" b="1" spc="-69" kern="0" dirty="0">
                <a:solidFill>
                  <a:srgbClr val="F2703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SUBSCRIPTION MATH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1003995" y="1943100"/>
            <a:ext cx="2667000" cy="1885950"/>
          </a:xfrm>
          <a:prstGeom prst="roundRect">
            <a:avLst>
              <a:gd name="adj" fmla="val 10101"/>
            </a:avLst>
          </a:prstGeom>
          <a:solidFill>
            <a:srgbClr val="1C1F24"/>
          </a:solidFill>
          <a:ln/>
        </p:spPr>
      </p:sp>
      <p:sp>
        <p:nvSpPr>
          <p:cNvPr id="5" name="Text 3"/>
          <p:cNvSpPr/>
          <p:nvPr/>
        </p:nvSpPr>
        <p:spPr>
          <a:xfrm>
            <a:off x="870645" y="2362200"/>
            <a:ext cx="29337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0" b="1" spc="-108" kern="0" dirty="0">
                <a:solidFill>
                  <a:srgbClr val="F0F0E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$499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70645" y="3162300"/>
            <a:ext cx="2933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96989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 month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3994845" y="2543175"/>
            <a:ext cx="52000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2703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→</a:t>
            </a:r>
            <a:endParaRPr lang="en-US" sz="4050" dirty="0"/>
          </a:p>
        </p:txBody>
      </p:sp>
      <p:sp>
        <p:nvSpPr>
          <p:cNvPr id="8" name="Shape 6"/>
          <p:cNvSpPr/>
          <p:nvPr/>
        </p:nvSpPr>
        <p:spPr>
          <a:xfrm>
            <a:off x="4762500" y="1943100"/>
            <a:ext cx="2667000" cy="1885950"/>
          </a:xfrm>
          <a:prstGeom prst="roundRect">
            <a:avLst>
              <a:gd name="adj" fmla="val 10101"/>
            </a:avLst>
          </a:prstGeom>
          <a:solidFill>
            <a:srgbClr val="1C1F24"/>
          </a:solidFill>
          <a:ln/>
        </p:spPr>
      </p:sp>
      <p:sp>
        <p:nvSpPr>
          <p:cNvPr id="9" name="Text 7"/>
          <p:cNvSpPr/>
          <p:nvPr/>
        </p:nvSpPr>
        <p:spPr>
          <a:xfrm>
            <a:off x="4629150" y="2362200"/>
            <a:ext cx="29337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0" b="1" spc="-108" kern="0" dirty="0">
                <a:solidFill>
                  <a:srgbClr val="F0F0E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$6,000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629150" y="3162300"/>
            <a:ext cx="2933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96989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 year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753350" y="2543175"/>
            <a:ext cx="52000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050" b="1" dirty="0">
                <a:solidFill>
                  <a:srgbClr val="F2703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→</a:t>
            </a:r>
            <a:endParaRPr lang="en-US" sz="4050" dirty="0"/>
          </a:p>
        </p:txBody>
      </p:sp>
      <p:sp>
        <p:nvSpPr>
          <p:cNvPr id="12" name="Shape 10"/>
          <p:cNvSpPr/>
          <p:nvPr/>
        </p:nvSpPr>
        <p:spPr>
          <a:xfrm>
            <a:off x="8521005" y="1943100"/>
            <a:ext cx="2667000" cy="1885950"/>
          </a:xfrm>
          <a:prstGeom prst="roundRect">
            <a:avLst>
              <a:gd name="adj" fmla="val 10101"/>
            </a:avLst>
          </a:prstGeom>
          <a:solidFill>
            <a:srgbClr val="1C1F24"/>
          </a:solidFill>
          <a:ln/>
        </p:spPr>
      </p:sp>
      <p:sp>
        <p:nvSpPr>
          <p:cNvPr id="13" name="Text 11"/>
          <p:cNvSpPr/>
          <p:nvPr/>
        </p:nvSpPr>
        <p:spPr>
          <a:xfrm>
            <a:off x="8387655" y="2362200"/>
            <a:ext cx="29337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0" b="1" spc="-108" kern="0" dirty="0">
                <a:solidFill>
                  <a:srgbClr val="F0F0E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$42,000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387655" y="3162300"/>
            <a:ext cx="2933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96989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over 7 years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333375" y="4591050"/>
            <a:ext cx="11525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96989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Buying it outright: $20,000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333375" y="5124450"/>
            <a:ext cx="11525250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F2703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You could buy the robot twice.</a:t>
            </a:r>
            <a:endParaRPr lang="en-US" sz="2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2703C"/>
          </a:solidFill>
          <a:ln/>
        </p:spPr>
      </p:sp>
      <p:sp>
        <p:nvSpPr>
          <p:cNvPr id="3" name="Text 1"/>
          <p:cNvSpPr/>
          <p:nvPr/>
        </p:nvSpPr>
        <p:spPr>
          <a:xfrm>
            <a:off x="333375" y="685800"/>
            <a:ext cx="115252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450" b="1" spc="-69" kern="0" dirty="0">
                <a:solidFill>
                  <a:srgbClr val="F2703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VERDICT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857250" y="1657350"/>
            <a:ext cx="10477500" cy="942975"/>
          </a:xfrm>
          <a:prstGeom prst="roundRect">
            <a:avLst>
              <a:gd name="adj" fmla="val 18182"/>
            </a:avLst>
          </a:prstGeom>
          <a:solidFill>
            <a:srgbClr val="1C1F24"/>
          </a:solidFill>
          <a:ln/>
        </p:spPr>
      </p:sp>
      <p:sp>
        <p:nvSpPr>
          <p:cNvPr id="5" name="Text 3"/>
          <p:cNvSpPr/>
          <p:nvPr/>
        </p:nvSpPr>
        <p:spPr>
          <a:xfrm>
            <a:off x="1276350" y="1952625"/>
            <a:ext cx="467443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96989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Trying to save money on chores?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291191" y="1943100"/>
            <a:ext cx="178690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EB5A5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DON'T BUY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57250" y="2809875"/>
            <a:ext cx="10477500" cy="942975"/>
          </a:xfrm>
          <a:prstGeom prst="roundRect">
            <a:avLst>
              <a:gd name="adj" fmla="val 18182"/>
            </a:avLst>
          </a:prstGeom>
          <a:solidFill>
            <a:srgbClr val="1C1F24"/>
          </a:solidFill>
          <a:ln/>
        </p:spPr>
      </p:sp>
      <p:sp>
        <p:nvSpPr>
          <p:cNvPr id="8" name="Text 6"/>
          <p:cNvSpPr/>
          <p:nvPr/>
        </p:nvSpPr>
        <p:spPr>
          <a:xfrm>
            <a:off x="1276350" y="3105150"/>
            <a:ext cx="44603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96989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Mobility or accessibility needs?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223968" y="3095625"/>
            <a:ext cx="40608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50C87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WORTH A SERIOUS LOOK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7250" y="3962400"/>
            <a:ext cx="10477500" cy="942975"/>
          </a:xfrm>
          <a:prstGeom prst="roundRect">
            <a:avLst>
              <a:gd name="adj" fmla="val 18182"/>
            </a:avLst>
          </a:prstGeom>
          <a:solidFill>
            <a:srgbClr val="1C1F24"/>
          </a:solidFill>
          <a:ln/>
        </p:spPr>
      </p:sp>
      <p:sp>
        <p:nvSpPr>
          <p:cNvPr id="11" name="Text 9"/>
          <p:cNvSpPr/>
          <p:nvPr/>
        </p:nvSpPr>
        <p:spPr>
          <a:xfrm>
            <a:off x="1276350" y="4257675"/>
            <a:ext cx="524529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96989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Want to be early — and can afford it?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498110" y="4248150"/>
            <a:ext cx="375929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E3A94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SUBSCRIBE, DON'T BUY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57250" y="5114925"/>
            <a:ext cx="10477500" cy="942975"/>
          </a:xfrm>
          <a:prstGeom prst="roundRect">
            <a:avLst>
              <a:gd name="adj" fmla="val 18182"/>
            </a:avLst>
          </a:prstGeom>
          <a:solidFill>
            <a:srgbClr val="1C1F24"/>
          </a:solidFill>
          <a:ln/>
        </p:spPr>
      </p:sp>
      <p:sp>
        <p:nvSpPr>
          <p:cNvPr id="14" name="Text 12"/>
          <p:cNvSpPr/>
          <p:nvPr/>
        </p:nvSpPr>
        <p:spPr>
          <a:xfrm>
            <a:off x="1276350" y="5410200"/>
            <a:ext cx="199760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96989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Everyone else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0126117" y="5400675"/>
            <a:ext cx="86573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F0F0E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WAIT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2703C"/>
          </a:solidFill>
          <a:ln/>
        </p:spPr>
      </p:sp>
      <p:sp>
        <p:nvSpPr>
          <p:cNvPr id="3" name="Text 1"/>
          <p:cNvSpPr/>
          <p:nvPr/>
        </p:nvSpPr>
        <p:spPr>
          <a:xfrm>
            <a:off x="1047750" y="685800"/>
            <a:ext cx="111061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b="1" spc="-69" kern="0" dirty="0">
                <a:solidFill>
                  <a:srgbClr val="F2703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SOURCES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1047750" y="2352675"/>
            <a:ext cx="10096500" cy="9525"/>
          </a:xfrm>
          <a:prstGeom prst="rect">
            <a:avLst/>
          </a:prstGeom>
          <a:solidFill>
            <a:srgbClr val="2C2F36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1828800"/>
            <a:ext cx="5524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70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71650" y="1790700"/>
            <a:ext cx="505228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0F0E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1x.tech/neo — pricing &amp; spec pages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886950" y="1847850"/>
            <a:ext cx="138303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698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2026-07-09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47750" y="3133725"/>
            <a:ext cx="10096500" cy="9525"/>
          </a:xfrm>
          <a:prstGeom prst="rect">
            <a:avLst/>
          </a:prstGeom>
          <a:solidFill>
            <a:srgbClr val="2C2F36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2609850"/>
            <a:ext cx="5524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70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71650" y="2571750"/>
            <a:ext cx="653681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0F0E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Goldman Sachs — humanoid robotics outlook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0264080" y="2628900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698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2026-06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047750" y="3914775"/>
            <a:ext cx="10096500" cy="9525"/>
          </a:xfrm>
          <a:prstGeom prst="rect">
            <a:avLst/>
          </a:prstGeom>
          <a:solidFill>
            <a:srgbClr val="2C2F36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3390900"/>
            <a:ext cx="5524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70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71650" y="3352800"/>
            <a:ext cx="624409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0F0E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1X press briefing — teleoperation disclosure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0264080" y="3409950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698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2026-06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047750" y="4695825"/>
            <a:ext cx="10096500" cy="9525"/>
          </a:xfrm>
          <a:prstGeom prst="rect">
            <a:avLst/>
          </a:prstGeom>
          <a:solidFill>
            <a:srgbClr val="2C2F36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4171950"/>
            <a:ext cx="5524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270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71650" y="4133850"/>
            <a:ext cx="445064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0F0E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FCC filing — NEO radio module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0264080" y="4191000"/>
            <a:ext cx="9563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96989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2026-05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47750" y="5124450"/>
            <a:ext cx="111061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96989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Every claim primary-sourced or hedged. Facts verified within two weeks of upload.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2026-07-10T02:57:49Z</dcterms:created>
  <dcterms:modified xsi:type="dcterms:W3CDTF">2026-07-10T02:57:49Z</dcterms:modified>
</cp:coreProperties>
</file>